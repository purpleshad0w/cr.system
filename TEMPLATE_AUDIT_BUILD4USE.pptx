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customXml" Target="../customXml/item3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DOC GROUPE NOVIA CORP - BUILD 4 USE AMO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600">
                <a:solidFill>
                  <a:srgbClr val="FF7610"/>
                </a:solidFill>
                <a:latin typeface="Calibri"/>
              </a:rPr>
              <a:t>RAPPORT D’AUDIT</a:t>
            </a:r>
          </a:p>
          <a:p>
            <a:r>
              <a:rPr b="1" sz="2800">
                <a:solidFill>
                  <a:srgbClr val="222222"/>
                </a:solidFill>
                <a:latin typeface="Calibri"/>
              </a:rPr>
              <a:t>{{AUDIT_TYPE}}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56692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defRPr sz="1800">
                <a:solidFill>
                  <a:srgbClr val="222222"/>
                </a:solidFill>
                <a:latin typeface="Calibri"/>
              </a:defRPr>
            </a:pPr>
            <a:r>
              <a:t>Client : {{CLIENT}}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Site : {{SITE}}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Ville : {{VILLE}}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Référence : {{CASE_CODE}}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Date : {{DATE}}</a:t>
            </a:r>
          </a:p>
          <a:p>
            <a:pPr>
              <a:defRPr sz="1800">
                <a:solidFill>
                  <a:srgbClr val="222222"/>
                </a:solidFill>
                <a:latin typeface="Calibri"/>
              </a:defRPr>
            </a:pPr>
            <a:r>
              <a:t>Version : {{VERSION}}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743200"/>
            <a:ext cx="4297680" cy="292608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66666"/>
                </a:solidFill>
                <a:latin typeface="Calibri"/>
              </a:rPr>
              <a:t>LOGO / VISUEL GÉNÉRIQUE
(à remplacer)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54864"/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{{CONTACT_EMAIL}}</a:t>
            </a:r>
          </a:p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{{DATE}} | Version {{VERSION}}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DOC GROUPE NOVIA CORP - BUILD 4 USE AMO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FF7610"/>
                </a:solidFill>
                <a:latin typeface="Calibri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88136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/>
          <a:lstStyle/>
          <a:p>
            <a:pPr algn="ctr">
              <a:defRPr sz="2000">
                <a:solidFill>
                  <a:srgbClr val="222222"/>
                </a:solidFill>
                <a:latin typeface="Calibri"/>
              </a:defRPr>
            </a:pPr>
            <a:r>
              <a:t>01 – {{PART1_TITLE}}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02 – {{PART2_TITLE}}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03 – {{PART3_TITLE}}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04 – (non généré) {{PART4_TITLE}}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05 – (non généré) {{PART5_TITLE}}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54864"/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{{CONTACT_EMAIL}}</a:t>
            </a:r>
          </a:p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{{DATE}} | Version {{VERSION}}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DOC GROUPE NOVIA CORP - BUILD 4 USE AMO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914400" cy="548640"/>
          </a:xfrm>
          <a:prstGeom prst="roundRect">
            <a:avLst/>
          </a:prstGeom>
          <a:solidFill>
            <a:srgbClr val="FF7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029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7610"/>
                </a:solidFill>
                <a:latin typeface="Calibri"/>
              </a:rPr>
              <a:t>{{PART1_TITLE}}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54864"/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{{CONTACT_EMAIL}}</a:t>
            </a:r>
          </a:p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{{DATE}} | Version {{VERSION}}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DOC GROUPE NOVIA CORP - BUILD 4 USE AMO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222222"/>
                </a:solidFill>
                <a:latin typeface="Calibri"/>
              </a:rPr>
              <a:t>{{SLIDE_TITLE}}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658368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22222"/>
                </a:solidFill>
                <a:latin typeface="Calibri"/>
              </a:defRPr>
            </a:pPr>
            <a:r>
              <a:t>{{TEXTE_BULLETS}}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188720"/>
            <a:ext cx="4114800" cy="512064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666666"/>
                </a:solidFill>
                <a:latin typeface="Calibri"/>
              </a:rPr>
              <a:t>Zone visuels (photos / captures)
{{IMAGE_1}}
{{IMAGE_2}}
{{IMAGE_3}}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54864"/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{{CONTACT_EMAIL}}</a:t>
            </a:r>
          </a:p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{{DATE}} | Version {{VERSION}}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DOC GROUPE NOVIA CORP - BUILD 4 USE AMO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222222"/>
                </a:solidFill>
                <a:latin typeface="Calibri"/>
              </a:rPr>
              <a:t>{{SLIDE_TITLE}}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88136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22222"/>
                </a:solidFill>
                <a:latin typeface="Calibri"/>
              </a:defRPr>
            </a:pPr>
            <a:r>
              <a:t>{{TEXTE_BULLETS}}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54864"/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{{CONTACT_EMAIL}}</a:t>
            </a:r>
          </a:p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{{DATE}} | Version {{VERSION}}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DOC GROUPE NOVIA CORP - BUILD 4 USE AMO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914400" cy="548640"/>
          </a:xfrm>
          <a:prstGeom prst="roundRect">
            <a:avLst/>
          </a:prstGeom>
          <a:solidFill>
            <a:srgbClr val="FF7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029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7610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88136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22222"/>
                </a:solidFill>
                <a:latin typeface="Calibri"/>
              </a:defRPr>
            </a:pPr>
            <a:r>
              <a:t>{{CONCLUSION_TEXTE}}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54864"/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{{CONTACT_EMAIL}}</a:t>
            </a:r>
          </a:p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{{DATE}} | Version {{VERSION}}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5DB79A98ABF248B903CEC03EA44FE8" ma:contentTypeVersion="13" ma:contentTypeDescription="Crée un document." ma:contentTypeScope="" ma:versionID="eabca4f27a9c3130bef6b4c261ef1751">
  <xsd:schema xmlns:xsd="http://www.w3.org/2001/XMLSchema" xmlns:xs="http://www.w3.org/2001/XMLSchema" xmlns:p="http://schemas.microsoft.com/office/2006/metadata/properties" xmlns:ns2="bf0a6765-dc68-4f24-bddf-c349c0756815" xmlns:ns3="17d7cf28-00fc-4e86-a149-804d1839a458" targetNamespace="http://schemas.microsoft.com/office/2006/metadata/properties" ma:root="true" ma:fieldsID="52352792db4dc5773d4c2bf08be5aad2" ns2:_="" ns3:_="">
    <xsd:import namespace="bf0a6765-dc68-4f24-bddf-c349c0756815"/>
    <xsd:import namespace="17d7cf28-00fc-4e86-a149-804d1839a4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0a6765-dc68-4f24-bddf-c349c0756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b6c85022-2d8a-472e-bf64-bcff6f3cc3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7cf28-00fc-4e86-a149-804d1839a45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e5353cb5-4ac8-40a2-a6fd-ad2d151d709b}" ma:internalName="TaxCatchAll" ma:showField="CatchAllData" ma:web="17d7cf28-00fc-4e86-a149-804d1839a4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0a6765-dc68-4f24-bddf-c349c0756815">
      <Terms xmlns="http://schemas.microsoft.com/office/infopath/2007/PartnerControls"/>
    </lcf76f155ced4ddcb4097134ff3c332f>
    <TaxCatchAll xmlns="17d7cf28-00fc-4e86-a149-804d1839a458" xsi:nil="true"/>
  </documentManagement>
</p:properties>
</file>

<file path=customXml/itemProps1.xml><?xml version="1.0" encoding="utf-8"?>
<ds:datastoreItem xmlns:ds="http://schemas.openxmlformats.org/officeDocument/2006/customXml" ds:itemID="{DAD401AF-8810-434B-AFDF-411CF933D541}"/>
</file>

<file path=customXml/itemProps2.xml><?xml version="1.0" encoding="utf-8"?>
<ds:datastoreItem xmlns:ds="http://schemas.openxmlformats.org/officeDocument/2006/customXml" ds:itemID="{6BF203BE-40A0-46FA-BD4B-DBCBBF0E3F4C}"/>
</file>

<file path=customXml/itemProps3.xml><?xml version="1.0" encoding="utf-8"?>
<ds:datastoreItem xmlns:ds="http://schemas.openxmlformats.org/officeDocument/2006/customXml" ds:itemID="{8E1F8B1D-CA70-49C4-B2AB-8FC38A404DE1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0x0101001A5DB79A98ABF248B903CEC03EA44FE8</vt:lpwstr>
  </property>
</Properties>
</file>