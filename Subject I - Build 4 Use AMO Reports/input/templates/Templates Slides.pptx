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435" r:id="rId5"/>
    <p:sldId id="484" r:id="rId6"/>
    <p:sldId id="485" r:id="rId7"/>
    <p:sldId id="486" r:id="rId8"/>
    <p:sldId id="487" r:id="rId9"/>
    <p:sldId id="488" r:id="rId10"/>
    <p:sldId id="489" r:id="rId11"/>
  </p:sldIdLst>
  <p:sldSz cx="18288000" cy="10287000"/>
  <p:notesSz cx="6858000" cy="9144000"/>
  <p:embeddedFontLst>
    <p:embeddedFont>
      <p:font typeface="Verdana" panose="020B060403050404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47D45A"/>
    <a:srgbClr val="FF5C19"/>
    <a:srgbClr val="FF7610"/>
    <a:srgbClr val="196B24"/>
    <a:srgbClr val="FFC000"/>
    <a:srgbClr val="818181"/>
    <a:srgbClr val="FD4141"/>
    <a:srgbClr val="B6C1B8"/>
    <a:srgbClr val="FF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CBF60-E8B3-499D-BF98-575266BFDD27}" v="7" dt="2026-04-03T08:56:20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20" autoAdjust="0"/>
  </p:normalViewPr>
  <p:slideViewPr>
    <p:cSldViewPr snapToGrid="0">
      <p:cViewPr varScale="1">
        <p:scale>
          <a:sx n="54" d="100"/>
          <a:sy n="54" d="100"/>
        </p:scale>
        <p:origin x="782" y="2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tave CINQUANTA" userId="89c3e02c-f1c9-446e-b6f9-21fb849d67d7" providerId="ADAL" clId="{A9C6C70A-4628-4C71-9FB0-62B06E5840EB}"/>
    <pc:docChg chg="custSel addSld delSld modSld">
      <pc:chgData name="Octave CINQUANTA" userId="89c3e02c-f1c9-446e-b6f9-21fb849d67d7" providerId="ADAL" clId="{A9C6C70A-4628-4C71-9FB0-62B06E5840EB}" dt="2026-04-03T08:56:27.470" v="37" actId="478"/>
      <pc:docMkLst>
        <pc:docMk/>
      </pc:docMkLst>
      <pc:sldChg chg="delSp modSp mod">
        <pc:chgData name="Octave CINQUANTA" userId="89c3e02c-f1c9-446e-b6f9-21fb849d67d7" providerId="ADAL" clId="{A9C6C70A-4628-4C71-9FB0-62B06E5840EB}" dt="2026-04-03T07:44:43.969" v="2" actId="478"/>
        <pc:sldMkLst>
          <pc:docMk/>
          <pc:sldMk cId="3961354135" sldId="435"/>
        </pc:sldMkLst>
        <pc:spChg chg="del">
          <ac:chgData name="Octave CINQUANTA" userId="89c3e02c-f1c9-446e-b6f9-21fb849d67d7" providerId="ADAL" clId="{A9C6C70A-4628-4C71-9FB0-62B06E5840EB}" dt="2026-04-03T07:44:39.295" v="0" actId="478"/>
          <ac:spMkLst>
            <pc:docMk/>
            <pc:sldMk cId="3961354135" sldId="435"/>
            <ac:spMk id="10" creationId="{EB3639AD-7626-DBA9-6ECA-F4C282BD0CFD}"/>
          </ac:spMkLst>
        </pc:spChg>
        <pc:spChg chg="del mod">
          <ac:chgData name="Octave CINQUANTA" userId="89c3e02c-f1c9-446e-b6f9-21fb849d67d7" providerId="ADAL" clId="{A9C6C70A-4628-4C71-9FB0-62B06E5840EB}" dt="2026-04-03T07:44:43.969" v="2" actId="478"/>
          <ac:spMkLst>
            <pc:docMk/>
            <pc:sldMk cId="3961354135" sldId="435"/>
            <ac:spMk id="14" creationId="{4E97CD34-5C3C-299E-4141-5785B8F245D9}"/>
          </ac:spMkLst>
        </pc:spChg>
      </pc:sldChg>
      <pc:sldChg chg="delSp del mod">
        <pc:chgData name="Octave CINQUANTA" userId="89c3e02c-f1c9-446e-b6f9-21fb849d67d7" providerId="ADAL" clId="{A9C6C70A-4628-4C71-9FB0-62B06E5840EB}" dt="2026-04-03T08:52:02.015" v="10" actId="47"/>
        <pc:sldMkLst>
          <pc:docMk/>
          <pc:sldMk cId="1196296059" sldId="483"/>
        </pc:sldMkLst>
        <pc:spChg chg="del">
          <ac:chgData name="Octave CINQUANTA" userId="89c3e02c-f1c9-446e-b6f9-21fb849d67d7" providerId="ADAL" clId="{A9C6C70A-4628-4C71-9FB0-62B06E5840EB}" dt="2026-04-03T08:51:05.387" v="9" actId="478"/>
          <ac:spMkLst>
            <pc:docMk/>
            <pc:sldMk cId="1196296059" sldId="483"/>
            <ac:spMk id="7" creationId="{65CC15E7-C1EB-BF7B-4862-E81904825FD0}"/>
          </ac:spMkLst>
        </pc:spChg>
        <pc:spChg chg="del">
          <ac:chgData name="Octave CINQUANTA" userId="89c3e02c-f1c9-446e-b6f9-21fb849d67d7" providerId="ADAL" clId="{A9C6C70A-4628-4C71-9FB0-62B06E5840EB}" dt="2026-04-03T07:44:46.238" v="3" actId="478"/>
          <ac:spMkLst>
            <pc:docMk/>
            <pc:sldMk cId="1196296059" sldId="483"/>
            <ac:spMk id="10" creationId="{D620E9BC-5027-4638-034C-147681D392BD}"/>
          </ac:spMkLst>
        </pc:spChg>
        <pc:spChg chg="del">
          <ac:chgData name="Octave CINQUANTA" userId="89c3e02c-f1c9-446e-b6f9-21fb849d67d7" providerId="ADAL" clId="{A9C6C70A-4628-4C71-9FB0-62B06E5840EB}" dt="2026-04-03T07:44:47.368" v="4" actId="478"/>
          <ac:spMkLst>
            <pc:docMk/>
            <pc:sldMk cId="1196296059" sldId="483"/>
            <ac:spMk id="14" creationId="{9228B391-C909-6A1D-6412-AFC1D2C9DC19}"/>
          </ac:spMkLst>
        </pc:spChg>
      </pc:sldChg>
      <pc:sldChg chg="delSp add mod">
        <pc:chgData name="Octave CINQUANTA" userId="89c3e02c-f1c9-446e-b6f9-21fb849d67d7" providerId="ADAL" clId="{A9C6C70A-4628-4C71-9FB0-62B06E5840EB}" dt="2026-04-03T08:50:53.482" v="8" actId="478"/>
        <pc:sldMkLst>
          <pc:docMk/>
          <pc:sldMk cId="3164856967" sldId="484"/>
        </pc:sldMkLst>
        <pc:spChg chg="del">
          <ac:chgData name="Octave CINQUANTA" userId="89c3e02c-f1c9-446e-b6f9-21fb849d67d7" providerId="ADAL" clId="{A9C6C70A-4628-4C71-9FB0-62B06E5840EB}" dt="2026-04-03T08:50:53.482" v="8" actId="478"/>
          <ac:spMkLst>
            <pc:docMk/>
            <pc:sldMk cId="3164856967" sldId="484"/>
            <ac:spMk id="3" creationId="{4E3ED6FB-ECBB-EAEC-1E89-6F4184FF9A51}"/>
          </ac:spMkLst>
        </pc:spChg>
        <pc:spChg chg="del">
          <ac:chgData name="Octave CINQUANTA" userId="89c3e02c-f1c9-446e-b6f9-21fb849d67d7" providerId="ADAL" clId="{A9C6C70A-4628-4C71-9FB0-62B06E5840EB}" dt="2026-04-03T08:50:49.887" v="6" actId="478"/>
          <ac:spMkLst>
            <pc:docMk/>
            <pc:sldMk cId="3164856967" sldId="484"/>
            <ac:spMk id="34" creationId="{FDC62253-FB32-C2BD-F068-507EF8BB6AA6}"/>
          </ac:spMkLst>
        </pc:spChg>
        <pc:picChg chg="del">
          <ac:chgData name="Octave CINQUANTA" userId="89c3e02c-f1c9-446e-b6f9-21fb849d67d7" providerId="ADAL" clId="{A9C6C70A-4628-4C71-9FB0-62B06E5840EB}" dt="2026-04-03T08:50:50.778" v="7" actId="478"/>
          <ac:picMkLst>
            <pc:docMk/>
            <pc:sldMk cId="3164856967" sldId="484"/>
            <ac:picMk id="25" creationId="{9942DFF6-7756-407B-8643-64B0FEBD910C}"/>
          </ac:picMkLst>
        </pc:picChg>
      </pc:sldChg>
      <pc:sldChg chg="delSp modSp add mod">
        <pc:chgData name="Octave CINQUANTA" userId="89c3e02c-f1c9-446e-b6f9-21fb849d67d7" providerId="ADAL" clId="{A9C6C70A-4628-4C71-9FB0-62B06E5840EB}" dt="2026-04-03T08:52:16.666" v="16" actId="1076"/>
        <pc:sldMkLst>
          <pc:docMk/>
          <pc:sldMk cId="1558452296" sldId="485"/>
        </pc:sldMkLst>
        <pc:spChg chg="mod">
          <ac:chgData name="Octave CINQUANTA" userId="89c3e02c-f1c9-446e-b6f9-21fb849d67d7" providerId="ADAL" clId="{A9C6C70A-4628-4C71-9FB0-62B06E5840EB}" dt="2026-04-03T08:52:16.666" v="16" actId="1076"/>
          <ac:spMkLst>
            <pc:docMk/>
            <pc:sldMk cId="1558452296" sldId="485"/>
            <ac:spMk id="6" creationId="{4C14B694-9655-58FA-27EA-E06C1AB0B4EC}"/>
          </ac:spMkLst>
        </pc:spChg>
        <pc:spChg chg="del">
          <ac:chgData name="Octave CINQUANTA" userId="89c3e02c-f1c9-446e-b6f9-21fb849d67d7" providerId="ADAL" clId="{A9C6C70A-4628-4C71-9FB0-62B06E5840EB}" dt="2026-04-03T08:52:13.791" v="15" actId="478"/>
          <ac:spMkLst>
            <pc:docMk/>
            <pc:sldMk cId="1558452296" sldId="485"/>
            <ac:spMk id="7" creationId="{417FCDBD-3465-A356-9591-3AC4FC92E770}"/>
          </ac:spMkLst>
        </pc:spChg>
        <pc:spChg chg="del">
          <ac:chgData name="Octave CINQUANTA" userId="89c3e02c-f1c9-446e-b6f9-21fb849d67d7" providerId="ADAL" clId="{A9C6C70A-4628-4C71-9FB0-62B06E5840EB}" dt="2026-04-03T08:52:07.693" v="12" actId="478"/>
          <ac:spMkLst>
            <pc:docMk/>
            <pc:sldMk cId="1558452296" sldId="485"/>
            <ac:spMk id="28" creationId="{AACD404E-EA49-8EE3-FA89-BDB1C3A1767C}"/>
          </ac:spMkLst>
        </pc:spChg>
        <pc:spChg chg="del">
          <ac:chgData name="Octave CINQUANTA" userId="89c3e02c-f1c9-446e-b6f9-21fb849d67d7" providerId="ADAL" clId="{A9C6C70A-4628-4C71-9FB0-62B06E5840EB}" dt="2026-04-03T08:52:10.474" v="14" actId="478"/>
          <ac:spMkLst>
            <pc:docMk/>
            <pc:sldMk cId="1558452296" sldId="485"/>
            <ac:spMk id="43" creationId="{B9BCDB1F-4FCE-EB3E-3DB7-DBA611B6F1F6}"/>
          </ac:spMkLst>
        </pc:spChg>
        <pc:picChg chg="del">
          <ac:chgData name="Octave CINQUANTA" userId="89c3e02c-f1c9-446e-b6f9-21fb849d67d7" providerId="ADAL" clId="{A9C6C70A-4628-4C71-9FB0-62B06E5840EB}" dt="2026-04-03T08:52:08.987" v="13" actId="478"/>
          <ac:picMkLst>
            <pc:docMk/>
            <pc:sldMk cId="1558452296" sldId="485"/>
            <ac:picMk id="23" creationId="{7A9D73BC-93E5-05DD-1E1B-2E35D1966FDB}"/>
          </ac:picMkLst>
        </pc:picChg>
      </pc:sldChg>
      <pc:sldChg chg="delSp add mod">
        <pc:chgData name="Octave CINQUANTA" userId="89c3e02c-f1c9-446e-b6f9-21fb849d67d7" providerId="ADAL" clId="{A9C6C70A-4628-4C71-9FB0-62B06E5840EB}" dt="2026-04-03T08:54:41.783" v="21" actId="478"/>
        <pc:sldMkLst>
          <pc:docMk/>
          <pc:sldMk cId="4148130273" sldId="486"/>
        </pc:sldMkLst>
        <pc:spChg chg="del">
          <ac:chgData name="Octave CINQUANTA" userId="89c3e02c-f1c9-446e-b6f9-21fb849d67d7" providerId="ADAL" clId="{A9C6C70A-4628-4C71-9FB0-62B06E5840EB}" dt="2026-04-03T08:54:39.302" v="20" actId="478"/>
          <ac:spMkLst>
            <pc:docMk/>
            <pc:sldMk cId="4148130273" sldId="486"/>
            <ac:spMk id="5" creationId="{15CB4BED-39BC-D285-1E66-E62D87A86AA9}"/>
          </ac:spMkLst>
        </pc:spChg>
        <pc:spChg chg="del">
          <ac:chgData name="Octave CINQUANTA" userId="89c3e02c-f1c9-446e-b6f9-21fb849d67d7" providerId="ADAL" clId="{A9C6C70A-4628-4C71-9FB0-62B06E5840EB}" dt="2026-04-03T08:54:41.783" v="21" actId="478"/>
          <ac:spMkLst>
            <pc:docMk/>
            <pc:sldMk cId="4148130273" sldId="486"/>
            <ac:spMk id="29" creationId="{8D25DD98-6C22-E41C-4EB4-7131FA040C6F}"/>
          </ac:spMkLst>
        </pc:spChg>
        <pc:spChg chg="del">
          <ac:chgData name="Octave CINQUANTA" userId="89c3e02c-f1c9-446e-b6f9-21fb849d67d7" providerId="ADAL" clId="{A9C6C70A-4628-4C71-9FB0-62B06E5840EB}" dt="2026-04-03T08:54:37.227" v="18" actId="478"/>
          <ac:spMkLst>
            <pc:docMk/>
            <pc:sldMk cId="4148130273" sldId="486"/>
            <ac:spMk id="37" creationId="{677EB0A0-A443-153E-4904-36442631A4E4}"/>
          </ac:spMkLst>
        </pc:spChg>
        <pc:picChg chg="del">
          <ac:chgData name="Octave CINQUANTA" userId="89c3e02c-f1c9-446e-b6f9-21fb849d67d7" providerId="ADAL" clId="{A9C6C70A-4628-4C71-9FB0-62B06E5840EB}" dt="2026-04-03T08:54:38.121" v="19" actId="478"/>
          <ac:picMkLst>
            <pc:docMk/>
            <pc:sldMk cId="4148130273" sldId="486"/>
            <ac:picMk id="36" creationId="{08CCF605-5E85-CCE1-252E-7D9313FA1E31}"/>
          </ac:picMkLst>
        </pc:picChg>
      </pc:sldChg>
      <pc:sldChg chg="add del">
        <pc:chgData name="Octave CINQUANTA" userId="89c3e02c-f1c9-446e-b6f9-21fb849d67d7" providerId="ADAL" clId="{A9C6C70A-4628-4C71-9FB0-62B06E5840EB}" dt="2026-04-03T08:54:54.234" v="23" actId="47"/>
        <pc:sldMkLst>
          <pc:docMk/>
          <pc:sldMk cId="155350675" sldId="487"/>
        </pc:sldMkLst>
      </pc:sldChg>
      <pc:sldChg chg="delSp modSp add mod">
        <pc:chgData name="Octave CINQUANTA" userId="89c3e02c-f1c9-446e-b6f9-21fb849d67d7" providerId="ADAL" clId="{A9C6C70A-4628-4C71-9FB0-62B06E5840EB}" dt="2026-04-03T08:55:07.447" v="28" actId="1076"/>
        <pc:sldMkLst>
          <pc:docMk/>
          <pc:sldMk cId="3048647340" sldId="487"/>
        </pc:sldMkLst>
        <pc:spChg chg="del">
          <ac:chgData name="Octave CINQUANTA" userId="89c3e02c-f1c9-446e-b6f9-21fb849d67d7" providerId="ADAL" clId="{A9C6C70A-4628-4C71-9FB0-62B06E5840EB}" dt="2026-04-03T08:55:03.846" v="27" actId="478"/>
          <ac:spMkLst>
            <pc:docMk/>
            <pc:sldMk cId="3048647340" sldId="487"/>
            <ac:spMk id="4" creationId="{5CF79A54-7FD5-A281-A571-54593BB58919}"/>
          </ac:spMkLst>
        </pc:spChg>
        <pc:spChg chg="mod">
          <ac:chgData name="Octave CINQUANTA" userId="89c3e02c-f1c9-446e-b6f9-21fb849d67d7" providerId="ADAL" clId="{A9C6C70A-4628-4C71-9FB0-62B06E5840EB}" dt="2026-04-03T08:55:07.447" v="28" actId="1076"/>
          <ac:spMkLst>
            <pc:docMk/>
            <pc:sldMk cId="3048647340" sldId="487"/>
            <ac:spMk id="9" creationId="{22BA7A7B-4BC4-EB7B-A9B0-F7179D36B550}"/>
          </ac:spMkLst>
        </pc:spChg>
        <pc:spChg chg="del">
          <ac:chgData name="Octave CINQUANTA" userId="89c3e02c-f1c9-446e-b6f9-21fb849d67d7" providerId="ADAL" clId="{A9C6C70A-4628-4C71-9FB0-62B06E5840EB}" dt="2026-04-03T08:55:01.888" v="25" actId="478"/>
          <ac:spMkLst>
            <pc:docMk/>
            <pc:sldMk cId="3048647340" sldId="487"/>
            <ac:spMk id="21" creationId="{7FF31D88-CE52-A600-B647-1413289824B1}"/>
          </ac:spMkLst>
        </pc:spChg>
        <pc:picChg chg="del">
          <ac:chgData name="Octave CINQUANTA" userId="89c3e02c-f1c9-446e-b6f9-21fb849d67d7" providerId="ADAL" clId="{A9C6C70A-4628-4C71-9FB0-62B06E5840EB}" dt="2026-04-03T08:55:02.464" v="26" actId="478"/>
          <ac:picMkLst>
            <pc:docMk/>
            <pc:sldMk cId="3048647340" sldId="487"/>
            <ac:picMk id="20" creationId="{088A2AF7-19E7-2C19-0EE8-6A14DC13ECBC}"/>
          </ac:picMkLst>
        </pc:picChg>
      </pc:sldChg>
      <pc:sldChg chg="delSp add mod">
        <pc:chgData name="Octave CINQUANTA" userId="89c3e02c-f1c9-446e-b6f9-21fb849d67d7" providerId="ADAL" clId="{A9C6C70A-4628-4C71-9FB0-62B06E5840EB}" dt="2026-04-03T08:56:15.064" v="32" actId="478"/>
        <pc:sldMkLst>
          <pc:docMk/>
          <pc:sldMk cId="64002232" sldId="488"/>
        </pc:sldMkLst>
        <pc:spChg chg="del">
          <ac:chgData name="Octave CINQUANTA" userId="89c3e02c-f1c9-446e-b6f9-21fb849d67d7" providerId="ADAL" clId="{A9C6C70A-4628-4C71-9FB0-62B06E5840EB}" dt="2026-04-03T08:56:13.252" v="30" actId="478"/>
          <ac:spMkLst>
            <pc:docMk/>
            <pc:sldMk cId="64002232" sldId="488"/>
            <ac:spMk id="18" creationId="{756D0D9E-7307-ECEC-C970-C4D271633095}"/>
          </ac:spMkLst>
        </pc:spChg>
        <pc:spChg chg="del">
          <ac:chgData name="Octave CINQUANTA" userId="89c3e02c-f1c9-446e-b6f9-21fb849d67d7" providerId="ADAL" clId="{A9C6C70A-4628-4C71-9FB0-62B06E5840EB}" dt="2026-04-03T08:56:15.064" v="32" actId="478"/>
          <ac:spMkLst>
            <pc:docMk/>
            <pc:sldMk cId="64002232" sldId="488"/>
            <ac:spMk id="26" creationId="{71308318-B943-4062-28D3-1F8ABC71D53E}"/>
          </ac:spMkLst>
        </pc:spChg>
        <pc:picChg chg="del">
          <ac:chgData name="Octave CINQUANTA" userId="89c3e02c-f1c9-446e-b6f9-21fb849d67d7" providerId="ADAL" clId="{A9C6C70A-4628-4C71-9FB0-62B06E5840EB}" dt="2026-04-03T08:56:13.735" v="31" actId="478"/>
          <ac:picMkLst>
            <pc:docMk/>
            <pc:sldMk cId="64002232" sldId="488"/>
            <ac:picMk id="17" creationId="{AEEE0EFF-6367-D3EE-D93F-6E055E13A928}"/>
          </ac:picMkLst>
        </pc:picChg>
      </pc:sldChg>
      <pc:sldChg chg="delSp modSp add mod">
        <pc:chgData name="Octave CINQUANTA" userId="89c3e02c-f1c9-446e-b6f9-21fb849d67d7" providerId="ADAL" clId="{A9C6C70A-4628-4C71-9FB0-62B06E5840EB}" dt="2026-04-03T08:56:27.470" v="37" actId="478"/>
        <pc:sldMkLst>
          <pc:docMk/>
          <pc:sldMk cId="1963404608" sldId="489"/>
        </pc:sldMkLst>
        <pc:spChg chg="del mod">
          <ac:chgData name="Octave CINQUANTA" userId="89c3e02c-f1c9-446e-b6f9-21fb849d67d7" providerId="ADAL" clId="{A9C6C70A-4628-4C71-9FB0-62B06E5840EB}" dt="2026-04-03T08:56:27.470" v="37" actId="478"/>
          <ac:spMkLst>
            <pc:docMk/>
            <pc:sldMk cId="1963404608" sldId="489"/>
            <ac:spMk id="6" creationId="{DD71BC25-2625-3744-9EA8-60C61F580F18}"/>
          </ac:spMkLst>
        </pc:spChg>
        <pc:spChg chg="del">
          <ac:chgData name="Octave CINQUANTA" userId="89c3e02c-f1c9-446e-b6f9-21fb849d67d7" providerId="ADAL" clId="{A9C6C70A-4628-4C71-9FB0-62B06E5840EB}" dt="2026-04-03T08:56:24.001" v="34" actId="478"/>
          <ac:spMkLst>
            <pc:docMk/>
            <pc:sldMk cId="1963404608" sldId="489"/>
            <ac:spMk id="32" creationId="{01986755-8390-542D-4FF5-C253BA0906AF}"/>
          </ac:spMkLst>
        </pc:spChg>
        <pc:picChg chg="del">
          <ac:chgData name="Octave CINQUANTA" userId="89c3e02c-f1c9-446e-b6f9-21fb849d67d7" providerId="ADAL" clId="{A9C6C70A-4628-4C71-9FB0-62B06E5840EB}" dt="2026-04-03T08:56:24.639" v="35" actId="478"/>
          <ac:picMkLst>
            <pc:docMk/>
            <pc:sldMk cId="1963404608" sldId="489"/>
            <ac:picMk id="31" creationId="{27B1E90A-80F1-6E61-DC96-4C0EC33C86B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EE7AACE-225C-0091-9DB9-983F8F4EA7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0C068B9-2726-E0E6-86E9-6C24CBC7F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82855-BA57-4003-9446-17B85183D854}" type="datetimeFigureOut">
              <a:rPr lang="fr-FR" smtClean="0"/>
              <a:t>03/04/2026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6CA995-90EA-5971-13BA-7A8699CA4A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FF977D-E477-F75F-30B4-BCA149D1C6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C1112-E35B-4DFB-B65F-C4A71C31BF0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0814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8E742-30BA-4E0C-9FF8-35B9CEFE9EC2}" type="datetimeFigureOut">
              <a:rPr lang="fr-FR" smtClean="0"/>
              <a:t>03/04/2026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B36C8-83A3-4D3F-AEAD-D34FFC73DD4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3781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171700"/>
            <a:ext cx="7772400" cy="1470025"/>
          </a:xfrm>
        </p:spPr>
        <p:txBody>
          <a:bodyPr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060EAA-A68E-E8EE-4DA5-16D9DAD3C6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1200" y="0"/>
            <a:ext cx="8686800" cy="10287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800"/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Ambré, orange, léger&#10;&#10;Description générée automatiquement">
            <a:extLst>
              <a:ext uri="{FF2B5EF4-FFF2-40B4-BE49-F238E27FC236}">
                <a16:creationId xmlns:a16="http://schemas.microsoft.com/office/drawing/2014/main" id="{68DD7C5C-4806-F411-9422-9F030E49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4"/>
          <a:stretch/>
        </p:blipFill>
        <p:spPr>
          <a:xfrm rot="16200000">
            <a:off x="3981449" y="-3981450"/>
            <a:ext cx="10325101" cy="1828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18572A-361C-2B95-88A2-BC7E197F546F}"/>
              </a:ext>
            </a:extLst>
          </p:cNvPr>
          <p:cNvSpPr/>
          <p:nvPr userDrawn="1"/>
        </p:nvSpPr>
        <p:spPr>
          <a:xfrm>
            <a:off x="-13050" y="-19051"/>
            <a:ext cx="18301050" cy="10287000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5181" y="1526459"/>
            <a:ext cx="7772400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35525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3474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18572A-361C-2B95-88A2-BC7E197F546F}"/>
              </a:ext>
            </a:extLst>
          </p:cNvPr>
          <p:cNvSpPr/>
          <p:nvPr userDrawn="1"/>
        </p:nvSpPr>
        <p:spPr>
          <a:xfrm>
            <a:off x="0" y="0"/>
            <a:ext cx="18301050" cy="10287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5181" y="1526459"/>
            <a:ext cx="7772400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35525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795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0F3E05-4F47-96D3-7CAD-602937E72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AAFB0BF-5C3C-6C86-CE4B-690447EE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152651-C40A-7583-9C5F-C19F0DB924A6}"/>
              </a:ext>
            </a:extLst>
          </p:cNvPr>
          <p:cNvSpPr txBox="1"/>
          <p:nvPr userDrawn="1"/>
        </p:nvSpPr>
        <p:spPr>
          <a:xfrm>
            <a:off x="13080527" y="9618255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chemeClr val="tx1"/>
                </a:solidFill>
              </a:rPr>
              <a:t>Page </a:t>
            </a:r>
            <a:fld id="{0C6161A5-2ABC-4CD5-A0CA-20BCC3409828}" type="slidenum">
              <a:rPr lang="fr-FR" b="1" smtClean="0">
                <a:solidFill>
                  <a:schemeClr val="tx1"/>
                </a:solidFill>
              </a:rPr>
              <a:t>‹N°›</a:t>
            </a:fld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C945D710-2AD8-8A50-76E8-7273901B35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877" y="9618254"/>
            <a:ext cx="1828800" cy="345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8" r:id="rId3"/>
    <p:sldLayoutId id="214748365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79640-7FCD-D4BA-EBEE-F7EEA322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8D60281F-B569-95D9-2A5F-07B6A00F490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9" r="12899"/>
          <a:stretch/>
        </p:blipFill>
        <p:spPr>
          <a:xfrm>
            <a:off x="9225208" y="1218913"/>
            <a:ext cx="4306590" cy="4457700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D67B388-A403-C580-D76C-3468BA40F563}"/>
              </a:ext>
            </a:extLst>
          </p:cNvPr>
          <p:cNvSpPr/>
          <p:nvPr/>
        </p:nvSpPr>
        <p:spPr>
          <a:xfrm>
            <a:off x="9220200" y="1481960"/>
            <a:ext cx="4328215" cy="420408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370BF1E-5E80-8D44-4656-6151AA3BD1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" r="291"/>
          <a:stretch/>
        </p:blipFill>
        <p:spPr>
          <a:xfrm>
            <a:off x="9225207" y="5790912"/>
            <a:ext cx="4323207" cy="4496087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45864AE-F78C-FF0D-E883-8A38AB205F43}"/>
              </a:ext>
            </a:extLst>
          </p:cNvPr>
          <p:cNvSpPr/>
          <p:nvPr/>
        </p:nvSpPr>
        <p:spPr>
          <a:xfrm>
            <a:off x="9225208" y="6189896"/>
            <a:ext cx="4306589" cy="410653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08FE9B42-6753-53CA-3753-DAF49C7CB82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46" b="27646"/>
          <a:stretch/>
        </p:blipFill>
        <p:spPr>
          <a:xfrm>
            <a:off x="13685188" y="8385229"/>
            <a:ext cx="4034734" cy="186504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8FB551FD-F555-64DC-669F-31125EC3D56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98" b="33298"/>
          <a:stretch/>
        </p:blipFill>
        <p:spPr>
          <a:xfrm>
            <a:off x="9225213" y="0"/>
            <a:ext cx="4306587" cy="1104900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94F983C5-DE62-F78C-AF6E-974312053089}"/>
              </a:ext>
            </a:extLst>
          </p:cNvPr>
          <p:cNvSpPr txBox="1"/>
          <p:nvPr/>
        </p:nvSpPr>
        <p:spPr>
          <a:xfrm>
            <a:off x="9222507" y="5343367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DC663E5-20CB-39D9-3315-04040BC213A4}"/>
              </a:ext>
            </a:extLst>
          </p:cNvPr>
          <p:cNvSpPr/>
          <p:nvPr/>
        </p:nvSpPr>
        <p:spPr>
          <a:xfrm>
            <a:off x="13682756" y="8404279"/>
            <a:ext cx="4034733" cy="188128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FB47B7D-B95B-7ADB-3BAF-1998E78168A0}"/>
              </a:ext>
            </a:extLst>
          </p:cNvPr>
          <p:cNvSpPr txBox="1"/>
          <p:nvPr/>
        </p:nvSpPr>
        <p:spPr>
          <a:xfrm>
            <a:off x="14527975" y="1228342"/>
            <a:ext cx="2402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+mj-lt"/>
              </a:rPr>
              <a:t>User flow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4A250A35-576E-E2F2-830C-437CB835AA4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r="3307"/>
          <a:stretch/>
        </p:blipFill>
        <p:spPr>
          <a:xfrm>
            <a:off x="13685188" y="3825663"/>
            <a:ext cx="4034734" cy="4467129"/>
          </a:xfrm>
          <a:prstGeom prst="rect">
            <a:avLst/>
          </a:prstGeom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60BD3BD8-A71B-41C0-7EC4-85ACA0C15D17}"/>
              </a:ext>
            </a:extLst>
          </p:cNvPr>
          <p:cNvSpPr/>
          <p:nvPr/>
        </p:nvSpPr>
        <p:spPr>
          <a:xfrm>
            <a:off x="13666138" y="3825664"/>
            <a:ext cx="4072834" cy="446713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C1FAFE06-946E-5AA3-1972-A846C7649DCA}"/>
              </a:ext>
            </a:extLst>
          </p:cNvPr>
          <p:cNvSpPr/>
          <p:nvPr/>
        </p:nvSpPr>
        <p:spPr>
          <a:xfrm>
            <a:off x="9220200" y="416859"/>
            <a:ext cx="4306586" cy="68804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46021B2A-E3BD-3029-1878-ADD4A8C006E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9" b="5299"/>
          <a:stretch/>
        </p:blipFill>
        <p:spPr>
          <a:xfrm>
            <a:off x="13701806" y="-22437"/>
            <a:ext cx="4018116" cy="3714199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C70416A3-3833-1785-7971-8C8F567F5AC8}"/>
              </a:ext>
            </a:extLst>
          </p:cNvPr>
          <p:cNvSpPr/>
          <p:nvPr/>
        </p:nvSpPr>
        <p:spPr>
          <a:xfrm>
            <a:off x="13682757" y="-22437"/>
            <a:ext cx="4056215" cy="373661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EC36B8C-2250-DC0A-C0C3-36889D5D92B6}"/>
              </a:ext>
            </a:extLst>
          </p:cNvPr>
          <p:cNvSpPr txBox="1"/>
          <p:nvPr/>
        </p:nvSpPr>
        <p:spPr>
          <a:xfrm>
            <a:off x="609600" y="544367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+mj-lt"/>
              </a:rPr>
              <a:t>Etat des lieux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B07B9B31-78DB-16E9-5C81-258C0321A3F9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F0AF5E88-9454-0BA2-F109-37FD68DCCB57}"/>
              </a:ext>
            </a:extLst>
          </p:cNvPr>
          <p:cNvSpPr txBox="1"/>
          <p:nvPr/>
        </p:nvSpPr>
        <p:spPr>
          <a:xfrm>
            <a:off x="13080527" y="9618255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</a:rPr>
              <a:t>Page </a:t>
            </a:r>
            <a:fld id="{0C6161A5-2ABC-4CD5-A0CA-20BCC3409828}" type="slidenum">
              <a:rPr lang="fr-FR" b="1" smtClean="0">
                <a:solidFill>
                  <a:schemeClr val="bg1"/>
                </a:solidFill>
              </a:rPr>
              <a:pPr algn="r"/>
              <a:t>1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213B718C-22F3-7D77-0476-625CE70C63A0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noProof="0" dirty="0">
                <a:solidFill>
                  <a:srgbClr val="FF5C19"/>
                </a:solidFill>
                <a:latin typeface="+mj-lt"/>
                <a:ea typeface="Montserrat"/>
                <a:cs typeface="Montserrat"/>
                <a:sym typeface="Montserrat"/>
              </a:rPr>
              <a:t>Titre section</a:t>
            </a:r>
            <a:endParaRPr lang="fr-FR" sz="3200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C8AB4DC-BB01-99CD-492D-D4E8B8EA5B13}"/>
              </a:ext>
            </a:extLst>
          </p:cNvPr>
          <p:cNvSpPr txBox="1"/>
          <p:nvPr/>
        </p:nvSpPr>
        <p:spPr>
          <a:xfrm>
            <a:off x="9228044" y="744422"/>
            <a:ext cx="4298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  <a:latin typeface="+mj-lt"/>
              </a:rPr>
              <a:t>Légende Photo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727584-0916-DD1F-98EB-811A69DCD57D}"/>
              </a:ext>
            </a:extLst>
          </p:cNvPr>
          <p:cNvSpPr txBox="1"/>
          <p:nvPr/>
        </p:nvSpPr>
        <p:spPr>
          <a:xfrm>
            <a:off x="9241828" y="9912271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A37ECA8-F900-7861-8CA8-9BF94869E023}"/>
              </a:ext>
            </a:extLst>
          </p:cNvPr>
          <p:cNvSpPr txBox="1"/>
          <p:nvPr/>
        </p:nvSpPr>
        <p:spPr>
          <a:xfrm>
            <a:off x="13688150" y="3355690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93FA5D0-5615-DD46-D15A-F73A1D0EC3E5}"/>
              </a:ext>
            </a:extLst>
          </p:cNvPr>
          <p:cNvSpPr txBox="1"/>
          <p:nvPr/>
        </p:nvSpPr>
        <p:spPr>
          <a:xfrm>
            <a:off x="13709633" y="7944258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A0D1D5-2171-4CB0-CD27-A8DBDF2BB563}"/>
              </a:ext>
            </a:extLst>
          </p:cNvPr>
          <p:cNvSpPr txBox="1"/>
          <p:nvPr/>
        </p:nvSpPr>
        <p:spPr>
          <a:xfrm>
            <a:off x="13688150" y="9901286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F3D8A81-C46E-5E54-ABAB-4F014F975B0A}"/>
              </a:ext>
            </a:extLst>
          </p:cNvPr>
          <p:cNvSpPr txBox="1">
            <a:spLocks noChangeAspect="1"/>
          </p:cNvSpPr>
          <p:nvPr/>
        </p:nvSpPr>
        <p:spPr>
          <a:xfrm>
            <a:off x="609599" y="2476591"/>
            <a:ext cx="8332270" cy="7246599"/>
          </a:xfrm>
          <a:prstGeom prst="rect">
            <a:avLst/>
          </a:prstGeom>
          <a:noFill/>
        </p:spPr>
        <p:txBody>
          <a:bodyPr wrap="square" numCol="2" spcCol="468000">
            <a:norm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53ACEEB4-F9F1-E8B2-FF91-A7B1A8BC97BB}"/>
              </a:ext>
            </a:extLst>
          </p:cNvPr>
          <p:cNvSpPr txBox="1"/>
          <p:nvPr/>
        </p:nvSpPr>
        <p:spPr>
          <a:xfrm>
            <a:off x="6786883" y="1630999"/>
            <a:ext cx="1823717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dirty="0">
                <a:solidFill>
                  <a:schemeClr val="bg1"/>
                </a:solidFill>
                <a:latin typeface="+mj-lt"/>
                <a:cs typeface="Poppins" panose="00000800000000000000" pitchFamily="2" charset="0"/>
              </a:rPr>
              <a:t>Texte Détail Info Clé</a:t>
            </a:r>
            <a:endParaRPr lang="id-ID" sz="1500" dirty="0">
              <a:solidFill>
                <a:schemeClr val="bg1"/>
              </a:solidFill>
              <a:latin typeface="+mj-lt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5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A4012-2E1D-8ED4-D120-4D450A5B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6963DABD-28E6-406E-07A0-CA7B53CC44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9" r="12899"/>
          <a:stretch/>
        </p:blipFill>
        <p:spPr>
          <a:xfrm>
            <a:off x="9225208" y="1218913"/>
            <a:ext cx="4306590" cy="4457700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5475BE6-2213-1392-B062-52BB58280E86}"/>
              </a:ext>
            </a:extLst>
          </p:cNvPr>
          <p:cNvSpPr/>
          <p:nvPr/>
        </p:nvSpPr>
        <p:spPr>
          <a:xfrm>
            <a:off x="9220200" y="1481960"/>
            <a:ext cx="4328215" cy="420408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2B87E97-9E7A-4401-7312-AC870A20BA9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" r="291"/>
          <a:stretch/>
        </p:blipFill>
        <p:spPr>
          <a:xfrm>
            <a:off x="9225207" y="5790912"/>
            <a:ext cx="4323207" cy="4496087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217E2F6-C11C-909E-2F66-17F48CDD8FDC}"/>
              </a:ext>
            </a:extLst>
          </p:cNvPr>
          <p:cNvSpPr/>
          <p:nvPr/>
        </p:nvSpPr>
        <p:spPr>
          <a:xfrm>
            <a:off x="9225208" y="6189896"/>
            <a:ext cx="4306589" cy="410653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996D3C97-2A1A-E687-E99D-28003C0DD91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46" b="27646"/>
          <a:stretch/>
        </p:blipFill>
        <p:spPr>
          <a:xfrm>
            <a:off x="13685188" y="8385229"/>
            <a:ext cx="4034734" cy="1865047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E60A994A-54E9-2246-15F5-20A0E0FFE5AD}"/>
              </a:ext>
            </a:extLst>
          </p:cNvPr>
          <p:cNvSpPr txBox="1"/>
          <p:nvPr/>
        </p:nvSpPr>
        <p:spPr>
          <a:xfrm>
            <a:off x="9222507" y="5343367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56F548B-9EEB-C844-EB5E-6D3DACC07461}"/>
              </a:ext>
            </a:extLst>
          </p:cNvPr>
          <p:cNvSpPr/>
          <p:nvPr/>
        </p:nvSpPr>
        <p:spPr>
          <a:xfrm>
            <a:off x="13682756" y="8404279"/>
            <a:ext cx="4034733" cy="188128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E061B6F-26BB-CAAD-211E-1A38CC5F997A}"/>
              </a:ext>
            </a:extLst>
          </p:cNvPr>
          <p:cNvSpPr txBox="1"/>
          <p:nvPr/>
        </p:nvSpPr>
        <p:spPr>
          <a:xfrm>
            <a:off x="14527975" y="1228342"/>
            <a:ext cx="2402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+mj-lt"/>
              </a:rPr>
              <a:t>User flow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7B42D455-2683-2758-DFA0-A364AAA1F54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r="3307"/>
          <a:stretch/>
        </p:blipFill>
        <p:spPr>
          <a:xfrm>
            <a:off x="13685188" y="3825663"/>
            <a:ext cx="4034734" cy="4467129"/>
          </a:xfrm>
          <a:prstGeom prst="rect">
            <a:avLst/>
          </a:prstGeom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F21034C-14D4-93E4-E02A-6E775931CB5C}"/>
              </a:ext>
            </a:extLst>
          </p:cNvPr>
          <p:cNvSpPr/>
          <p:nvPr/>
        </p:nvSpPr>
        <p:spPr>
          <a:xfrm>
            <a:off x="13666138" y="3825664"/>
            <a:ext cx="4072834" cy="446713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B24925BB-2388-1CD7-EC3B-DC35B484CC8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9" b="5299"/>
          <a:stretch/>
        </p:blipFill>
        <p:spPr>
          <a:xfrm>
            <a:off x="13701806" y="-22437"/>
            <a:ext cx="4018116" cy="3714199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331517E5-1AD6-0B20-9484-CCB997A616AA}"/>
              </a:ext>
            </a:extLst>
          </p:cNvPr>
          <p:cNvSpPr/>
          <p:nvPr/>
        </p:nvSpPr>
        <p:spPr>
          <a:xfrm>
            <a:off x="13682757" y="-22437"/>
            <a:ext cx="4056215" cy="373661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0AE7FC2E-7F83-29FC-452E-22E6626BA1AC}"/>
              </a:ext>
            </a:extLst>
          </p:cNvPr>
          <p:cNvSpPr txBox="1"/>
          <p:nvPr/>
        </p:nvSpPr>
        <p:spPr>
          <a:xfrm>
            <a:off x="609600" y="544367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+mj-lt"/>
              </a:rPr>
              <a:t>Etat des lieux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0EB4AF7C-CF7B-337C-4075-593CF3CC0AD5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2057C209-26D9-7E19-00B2-B05C3365F562}"/>
              </a:ext>
            </a:extLst>
          </p:cNvPr>
          <p:cNvSpPr txBox="1"/>
          <p:nvPr/>
        </p:nvSpPr>
        <p:spPr>
          <a:xfrm>
            <a:off x="13080527" y="9618255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</a:rPr>
              <a:t>Page </a:t>
            </a:r>
            <a:fld id="{0C6161A5-2ABC-4CD5-A0CA-20BCC3409828}" type="slidenum">
              <a:rPr lang="fr-FR" b="1" smtClean="0">
                <a:solidFill>
                  <a:schemeClr val="bg1"/>
                </a:solidFill>
              </a:rPr>
              <a:pPr algn="r"/>
              <a:t>2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C079B61-FBF7-27E0-ECA5-2AD12D4F8FC8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noProof="0" dirty="0">
                <a:solidFill>
                  <a:srgbClr val="FF5C19"/>
                </a:solidFill>
                <a:latin typeface="+mj-lt"/>
                <a:ea typeface="Montserrat"/>
                <a:cs typeface="Montserrat"/>
                <a:sym typeface="Montserrat"/>
              </a:rPr>
              <a:t>Titre section</a:t>
            </a:r>
            <a:endParaRPr lang="fr-FR" sz="3200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2E3C45E-FFF5-AEE4-02F1-43D7AF53AE68}"/>
              </a:ext>
            </a:extLst>
          </p:cNvPr>
          <p:cNvSpPr txBox="1"/>
          <p:nvPr/>
        </p:nvSpPr>
        <p:spPr>
          <a:xfrm>
            <a:off x="9241828" y="9912271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C03B4B1-DD51-DC8C-08BF-531F08999366}"/>
              </a:ext>
            </a:extLst>
          </p:cNvPr>
          <p:cNvSpPr txBox="1"/>
          <p:nvPr/>
        </p:nvSpPr>
        <p:spPr>
          <a:xfrm>
            <a:off x="13688150" y="3355690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B2A544-2F8E-E2BC-8A90-FD7F187760D6}"/>
              </a:ext>
            </a:extLst>
          </p:cNvPr>
          <p:cNvSpPr txBox="1"/>
          <p:nvPr/>
        </p:nvSpPr>
        <p:spPr>
          <a:xfrm>
            <a:off x="13709633" y="7944258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A904D73-F85C-E9C7-13EB-D9E85A6E4B7F}"/>
              </a:ext>
            </a:extLst>
          </p:cNvPr>
          <p:cNvSpPr txBox="1"/>
          <p:nvPr/>
        </p:nvSpPr>
        <p:spPr>
          <a:xfrm>
            <a:off x="13688150" y="9901286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0B2B01A-FC41-3C16-F8D3-B487DE6101D7}"/>
              </a:ext>
            </a:extLst>
          </p:cNvPr>
          <p:cNvSpPr txBox="1">
            <a:spLocks noChangeAspect="1"/>
          </p:cNvSpPr>
          <p:nvPr/>
        </p:nvSpPr>
        <p:spPr>
          <a:xfrm>
            <a:off x="609599" y="2476591"/>
            <a:ext cx="8332270" cy="7246599"/>
          </a:xfrm>
          <a:prstGeom prst="rect">
            <a:avLst/>
          </a:prstGeom>
          <a:noFill/>
        </p:spPr>
        <p:txBody>
          <a:bodyPr wrap="square" numCol="2" spcCol="468000">
            <a:norm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6EFAE5EA-FC6B-8B80-993D-B73C880CBFF9}"/>
              </a:ext>
            </a:extLst>
          </p:cNvPr>
          <p:cNvSpPr txBox="1"/>
          <p:nvPr/>
        </p:nvSpPr>
        <p:spPr>
          <a:xfrm>
            <a:off x="6786883" y="1630999"/>
            <a:ext cx="1823717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dirty="0">
                <a:solidFill>
                  <a:schemeClr val="bg1"/>
                </a:solidFill>
                <a:latin typeface="+mj-lt"/>
                <a:cs typeface="Poppins" panose="00000800000000000000" pitchFamily="2" charset="0"/>
              </a:rPr>
              <a:t>Texte Détail Info Clé</a:t>
            </a:r>
            <a:endParaRPr lang="id-ID" sz="1500" dirty="0">
              <a:solidFill>
                <a:schemeClr val="bg1"/>
              </a:solidFill>
              <a:latin typeface="+mj-lt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856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5D924-D722-D260-2E34-9C033618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A321A294-8EF7-19DC-9949-EB42E8BC10E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9" r="12899"/>
          <a:stretch/>
        </p:blipFill>
        <p:spPr>
          <a:xfrm>
            <a:off x="9225208" y="1218913"/>
            <a:ext cx="4306590" cy="4457700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E401CDB-32FF-1254-4EEA-E181BBF09DE0}"/>
              </a:ext>
            </a:extLst>
          </p:cNvPr>
          <p:cNvSpPr/>
          <p:nvPr/>
        </p:nvSpPr>
        <p:spPr>
          <a:xfrm>
            <a:off x="9220200" y="1481960"/>
            <a:ext cx="4328215" cy="420408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99757F2-27C7-14CD-366B-5A1B8EDB73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" r="291"/>
          <a:stretch/>
        </p:blipFill>
        <p:spPr>
          <a:xfrm>
            <a:off x="9225207" y="5790912"/>
            <a:ext cx="4323207" cy="4496087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DB9DCE5D-E64B-2C27-EA4A-2C3D98B6270F}"/>
              </a:ext>
            </a:extLst>
          </p:cNvPr>
          <p:cNvSpPr/>
          <p:nvPr/>
        </p:nvSpPr>
        <p:spPr>
          <a:xfrm>
            <a:off x="9225208" y="6189896"/>
            <a:ext cx="4306589" cy="410653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923696E-3E22-798D-13DD-88FDB52E49B0}"/>
              </a:ext>
            </a:extLst>
          </p:cNvPr>
          <p:cNvSpPr txBox="1"/>
          <p:nvPr/>
        </p:nvSpPr>
        <p:spPr>
          <a:xfrm>
            <a:off x="9222507" y="5343367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64A23D6-8499-8B9A-E2E3-61A83FD7D691}"/>
              </a:ext>
            </a:extLst>
          </p:cNvPr>
          <p:cNvSpPr txBox="1"/>
          <p:nvPr/>
        </p:nvSpPr>
        <p:spPr>
          <a:xfrm>
            <a:off x="14527975" y="1228342"/>
            <a:ext cx="2402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+mj-lt"/>
              </a:rPr>
              <a:t>User flow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BCB3F03-1EE5-1845-49D4-856086E4B18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r="3307"/>
          <a:stretch/>
        </p:blipFill>
        <p:spPr>
          <a:xfrm>
            <a:off x="13685188" y="3825663"/>
            <a:ext cx="4034734" cy="4467129"/>
          </a:xfrm>
          <a:prstGeom prst="rect">
            <a:avLst/>
          </a:prstGeom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6CF3F46-F27D-5A3F-BD3B-1C15060C8896}"/>
              </a:ext>
            </a:extLst>
          </p:cNvPr>
          <p:cNvSpPr/>
          <p:nvPr/>
        </p:nvSpPr>
        <p:spPr>
          <a:xfrm>
            <a:off x="13666138" y="3825664"/>
            <a:ext cx="4072834" cy="446713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C46C6B45-496F-7DE0-A048-5CA0456E633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9" b="5299"/>
          <a:stretch/>
        </p:blipFill>
        <p:spPr>
          <a:xfrm>
            <a:off x="13701806" y="-22437"/>
            <a:ext cx="4018116" cy="3714199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0081FED5-20F5-1972-9842-DC04874174AD}"/>
              </a:ext>
            </a:extLst>
          </p:cNvPr>
          <p:cNvSpPr/>
          <p:nvPr/>
        </p:nvSpPr>
        <p:spPr>
          <a:xfrm>
            <a:off x="13682757" y="-22437"/>
            <a:ext cx="4056215" cy="373661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96489FB-F571-CE6E-01AE-633AF30E5AAE}"/>
              </a:ext>
            </a:extLst>
          </p:cNvPr>
          <p:cNvSpPr txBox="1"/>
          <p:nvPr/>
        </p:nvSpPr>
        <p:spPr>
          <a:xfrm>
            <a:off x="609600" y="544367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+mj-lt"/>
              </a:rPr>
              <a:t>Etat des lieux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4B3080CE-F92C-67C5-D61F-F1874D9A334F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F6875159-9DCE-271E-3A79-5B08C5D25604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noProof="0" dirty="0">
                <a:solidFill>
                  <a:srgbClr val="FF5C19"/>
                </a:solidFill>
                <a:latin typeface="+mj-lt"/>
                <a:ea typeface="Montserrat"/>
                <a:cs typeface="Montserrat"/>
                <a:sym typeface="Montserrat"/>
              </a:rPr>
              <a:t>Titre section</a:t>
            </a:r>
            <a:endParaRPr lang="fr-FR" sz="3200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3C7F1A-6AFF-ADCD-B37A-FB86ECFEF377}"/>
              </a:ext>
            </a:extLst>
          </p:cNvPr>
          <p:cNvSpPr txBox="1"/>
          <p:nvPr/>
        </p:nvSpPr>
        <p:spPr>
          <a:xfrm>
            <a:off x="9241828" y="9912271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4F77788-6A38-299A-017F-E6DFE62F1DAC}"/>
              </a:ext>
            </a:extLst>
          </p:cNvPr>
          <p:cNvSpPr txBox="1"/>
          <p:nvPr/>
        </p:nvSpPr>
        <p:spPr>
          <a:xfrm>
            <a:off x="13688150" y="3355690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C14B694-9655-58FA-27EA-E06C1AB0B4EC}"/>
              </a:ext>
            </a:extLst>
          </p:cNvPr>
          <p:cNvSpPr txBox="1"/>
          <p:nvPr/>
        </p:nvSpPr>
        <p:spPr>
          <a:xfrm>
            <a:off x="13709633" y="7954238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8DC6A17-1454-76EA-F6E5-5646FAEEABBD}"/>
              </a:ext>
            </a:extLst>
          </p:cNvPr>
          <p:cNvSpPr txBox="1">
            <a:spLocks noChangeAspect="1"/>
          </p:cNvSpPr>
          <p:nvPr/>
        </p:nvSpPr>
        <p:spPr>
          <a:xfrm>
            <a:off x="609599" y="2476591"/>
            <a:ext cx="8332270" cy="7246599"/>
          </a:xfrm>
          <a:prstGeom prst="rect">
            <a:avLst/>
          </a:prstGeom>
          <a:noFill/>
        </p:spPr>
        <p:txBody>
          <a:bodyPr wrap="square" numCol="2" spcCol="468000">
            <a:norm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4994469A-A271-9A64-EBE9-C16A5EEBE03F}"/>
              </a:ext>
            </a:extLst>
          </p:cNvPr>
          <p:cNvSpPr txBox="1"/>
          <p:nvPr/>
        </p:nvSpPr>
        <p:spPr>
          <a:xfrm>
            <a:off x="6786883" y="1630999"/>
            <a:ext cx="1823717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dirty="0">
                <a:solidFill>
                  <a:schemeClr val="bg1"/>
                </a:solidFill>
                <a:latin typeface="+mj-lt"/>
                <a:cs typeface="Poppins" panose="00000800000000000000" pitchFamily="2" charset="0"/>
              </a:rPr>
              <a:t>Texte Détail Info Clé</a:t>
            </a:r>
            <a:endParaRPr lang="id-ID" sz="1500" dirty="0">
              <a:solidFill>
                <a:schemeClr val="bg1"/>
              </a:solidFill>
              <a:latin typeface="+mj-lt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452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6957-C098-74C2-A358-3AA8A737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33CD211B-0E95-DF1C-FCD6-6388010EE3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9" r="12899"/>
          <a:stretch/>
        </p:blipFill>
        <p:spPr>
          <a:xfrm>
            <a:off x="9225208" y="1218913"/>
            <a:ext cx="4306590" cy="4457700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15B4D82-A696-FA75-ADB0-58A8F13CEDB3}"/>
              </a:ext>
            </a:extLst>
          </p:cNvPr>
          <p:cNvSpPr/>
          <p:nvPr/>
        </p:nvSpPr>
        <p:spPr>
          <a:xfrm>
            <a:off x="9220200" y="1481960"/>
            <a:ext cx="4328215" cy="420408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0C2DE9E-0AC1-FDC1-0E60-6A714639A5E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" r="291"/>
          <a:stretch/>
        </p:blipFill>
        <p:spPr>
          <a:xfrm>
            <a:off x="9225207" y="5790912"/>
            <a:ext cx="4323207" cy="4496087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742DFBA-348C-DAA5-33F4-1345346B227A}"/>
              </a:ext>
            </a:extLst>
          </p:cNvPr>
          <p:cNvSpPr/>
          <p:nvPr/>
        </p:nvSpPr>
        <p:spPr>
          <a:xfrm>
            <a:off x="9225208" y="6189896"/>
            <a:ext cx="4306589" cy="410653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B7F2F7E-0F7B-08F7-CA27-C2158255AF24}"/>
              </a:ext>
            </a:extLst>
          </p:cNvPr>
          <p:cNvSpPr txBox="1"/>
          <p:nvPr/>
        </p:nvSpPr>
        <p:spPr>
          <a:xfrm>
            <a:off x="9222507" y="5343367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282B620B-C966-FDEB-C32B-A7EC5865AB3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r="3307"/>
          <a:stretch/>
        </p:blipFill>
        <p:spPr>
          <a:xfrm>
            <a:off x="13685188" y="3825663"/>
            <a:ext cx="4034734" cy="4467129"/>
          </a:xfrm>
          <a:prstGeom prst="rect">
            <a:avLst/>
          </a:prstGeom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3EC9CC5-6059-6C9F-0560-09B04CEF5831}"/>
              </a:ext>
            </a:extLst>
          </p:cNvPr>
          <p:cNvSpPr/>
          <p:nvPr/>
        </p:nvSpPr>
        <p:spPr>
          <a:xfrm>
            <a:off x="13666138" y="3825664"/>
            <a:ext cx="4072834" cy="446713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FE5B70-D3B1-64A1-1281-09B95B0680CA}"/>
              </a:ext>
            </a:extLst>
          </p:cNvPr>
          <p:cNvSpPr txBox="1"/>
          <p:nvPr/>
        </p:nvSpPr>
        <p:spPr>
          <a:xfrm>
            <a:off x="609600" y="544367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+mj-lt"/>
              </a:rPr>
              <a:t>Etat des lieux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F580CB17-C403-A423-04AC-7DF56534B116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FC2B79CF-9E98-90FB-F95C-1B84354EBB83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noProof="0" dirty="0">
                <a:solidFill>
                  <a:srgbClr val="FF5C19"/>
                </a:solidFill>
                <a:latin typeface="+mj-lt"/>
                <a:ea typeface="Montserrat"/>
                <a:cs typeface="Montserrat"/>
                <a:sym typeface="Montserrat"/>
              </a:rPr>
              <a:t>Titre section</a:t>
            </a:r>
            <a:endParaRPr lang="fr-FR" sz="3200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08DEF64-3ED8-D19A-89F2-AF1F651B6E62}"/>
              </a:ext>
            </a:extLst>
          </p:cNvPr>
          <p:cNvSpPr txBox="1"/>
          <p:nvPr/>
        </p:nvSpPr>
        <p:spPr>
          <a:xfrm>
            <a:off x="9241828" y="9912271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680549-AC30-BCD7-8EFA-0CB054619633}"/>
              </a:ext>
            </a:extLst>
          </p:cNvPr>
          <p:cNvSpPr txBox="1"/>
          <p:nvPr/>
        </p:nvSpPr>
        <p:spPr>
          <a:xfrm>
            <a:off x="13709633" y="7954238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C85FC93-8A51-D5EC-413C-A03EA3B0598F}"/>
              </a:ext>
            </a:extLst>
          </p:cNvPr>
          <p:cNvSpPr txBox="1">
            <a:spLocks noChangeAspect="1"/>
          </p:cNvSpPr>
          <p:nvPr/>
        </p:nvSpPr>
        <p:spPr>
          <a:xfrm>
            <a:off x="609599" y="2476591"/>
            <a:ext cx="8332270" cy="7246599"/>
          </a:xfrm>
          <a:prstGeom prst="rect">
            <a:avLst/>
          </a:prstGeom>
          <a:noFill/>
        </p:spPr>
        <p:txBody>
          <a:bodyPr wrap="square" numCol="2" spcCol="468000">
            <a:norm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E8166466-4692-9C9B-2042-DEF7985B90C5}"/>
              </a:ext>
            </a:extLst>
          </p:cNvPr>
          <p:cNvSpPr txBox="1"/>
          <p:nvPr/>
        </p:nvSpPr>
        <p:spPr>
          <a:xfrm>
            <a:off x="6786883" y="1630999"/>
            <a:ext cx="1823717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dirty="0">
                <a:solidFill>
                  <a:schemeClr val="bg1"/>
                </a:solidFill>
                <a:latin typeface="+mj-lt"/>
                <a:cs typeface="Poppins" panose="00000800000000000000" pitchFamily="2" charset="0"/>
              </a:rPr>
              <a:t>Texte Détail Info Clé</a:t>
            </a:r>
            <a:endParaRPr lang="id-ID" sz="1500" dirty="0">
              <a:solidFill>
                <a:schemeClr val="bg1"/>
              </a:solidFill>
              <a:latin typeface="+mj-lt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13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5B8C-9BB7-E9C6-C2DA-4BA9F6B4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0FC72800-0DA8-8B66-83C1-D1FEB1B7F3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9" r="12899"/>
          <a:stretch/>
        </p:blipFill>
        <p:spPr>
          <a:xfrm>
            <a:off x="9225208" y="1218913"/>
            <a:ext cx="4306590" cy="4457700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0C914D5-3674-E1F6-70AC-6DCC86EEC314}"/>
              </a:ext>
            </a:extLst>
          </p:cNvPr>
          <p:cNvSpPr/>
          <p:nvPr/>
        </p:nvSpPr>
        <p:spPr>
          <a:xfrm>
            <a:off x="9220200" y="1481960"/>
            <a:ext cx="4328215" cy="420408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64B61BF-3D33-6E23-98D6-40975693EA60}"/>
              </a:ext>
            </a:extLst>
          </p:cNvPr>
          <p:cNvSpPr txBox="1"/>
          <p:nvPr/>
        </p:nvSpPr>
        <p:spPr>
          <a:xfrm>
            <a:off x="9222507" y="5343367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79035DC5-0236-8B21-89AC-17A2EFE350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r="3307"/>
          <a:stretch/>
        </p:blipFill>
        <p:spPr>
          <a:xfrm>
            <a:off x="13685188" y="3825663"/>
            <a:ext cx="4034734" cy="4467129"/>
          </a:xfrm>
          <a:prstGeom prst="rect">
            <a:avLst/>
          </a:prstGeom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095A240-05AB-FD99-CCA8-617559F2D053}"/>
              </a:ext>
            </a:extLst>
          </p:cNvPr>
          <p:cNvSpPr/>
          <p:nvPr/>
        </p:nvSpPr>
        <p:spPr>
          <a:xfrm>
            <a:off x="13666138" y="3825664"/>
            <a:ext cx="4072834" cy="446713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DA238A6-3FE6-1284-8BF1-CD656EF8E370}"/>
              </a:ext>
            </a:extLst>
          </p:cNvPr>
          <p:cNvSpPr txBox="1"/>
          <p:nvPr/>
        </p:nvSpPr>
        <p:spPr>
          <a:xfrm>
            <a:off x="609600" y="544367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+mj-lt"/>
              </a:rPr>
              <a:t>Etat des lieux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DE49E5AC-0DF4-B0C0-BE7F-03A25F7385DA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72FC8D50-2B6F-2F2F-BA63-8D43A2C2451C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noProof="0" dirty="0">
                <a:solidFill>
                  <a:srgbClr val="FF5C19"/>
                </a:solidFill>
                <a:latin typeface="+mj-lt"/>
                <a:ea typeface="Montserrat"/>
                <a:cs typeface="Montserrat"/>
                <a:sym typeface="Montserrat"/>
              </a:rPr>
              <a:t>Titre section</a:t>
            </a:r>
            <a:endParaRPr lang="fr-FR" sz="3200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B51D75-DB94-B0E3-DC84-F9F60DD25C49}"/>
              </a:ext>
            </a:extLst>
          </p:cNvPr>
          <p:cNvSpPr txBox="1"/>
          <p:nvPr/>
        </p:nvSpPr>
        <p:spPr>
          <a:xfrm>
            <a:off x="13709633" y="7954238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BA7A7B-4BC4-EB7B-A9B0-F7179D36B550}"/>
              </a:ext>
            </a:extLst>
          </p:cNvPr>
          <p:cNvSpPr txBox="1">
            <a:spLocks noChangeAspect="1"/>
          </p:cNvSpPr>
          <p:nvPr/>
        </p:nvSpPr>
        <p:spPr>
          <a:xfrm>
            <a:off x="730523" y="2360435"/>
            <a:ext cx="8332270" cy="7246599"/>
          </a:xfrm>
          <a:prstGeom prst="rect">
            <a:avLst/>
          </a:prstGeom>
          <a:noFill/>
        </p:spPr>
        <p:txBody>
          <a:bodyPr wrap="square" numCol="2" spcCol="468000">
            <a:norm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40B8ECB9-C001-0955-81C0-C98AEA351F83}"/>
              </a:ext>
            </a:extLst>
          </p:cNvPr>
          <p:cNvSpPr txBox="1"/>
          <p:nvPr/>
        </p:nvSpPr>
        <p:spPr>
          <a:xfrm>
            <a:off x="6786883" y="1630999"/>
            <a:ext cx="1823717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dirty="0">
                <a:solidFill>
                  <a:schemeClr val="bg1"/>
                </a:solidFill>
                <a:latin typeface="+mj-lt"/>
                <a:cs typeface="Poppins" panose="00000800000000000000" pitchFamily="2" charset="0"/>
              </a:rPr>
              <a:t>Texte Détail Info Clé</a:t>
            </a:r>
            <a:endParaRPr lang="id-ID" sz="1500" dirty="0">
              <a:solidFill>
                <a:schemeClr val="bg1"/>
              </a:solidFill>
              <a:latin typeface="+mj-lt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4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871F-FF67-9BE5-7356-286CC6B33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>
            <a:extLst>
              <a:ext uri="{FF2B5EF4-FFF2-40B4-BE49-F238E27FC236}">
                <a16:creationId xmlns:a16="http://schemas.microsoft.com/office/drawing/2014/main" id="{0DF0D530-7B89-FF52-8DE5-DCAEEED03A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r="3307"/>
          <a:stretch/>
        </p:blipFill>
        <p:spPr>
          <a:xfrm>
            <a:off x="13685188" y="3825663"/>
            <a:ext cx="4034734" cy="4467129"/>
          </a:xfrm>
          <a:prstGeom prst="rect">
            <a:avLst/>
          </a:prstGeom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658DAF0A-6277-384B-9C97-871C1E9B286E}"/>
              </a:ext>
            </a:extLst>
          </p:cNvPr>
          <p:cNvSpPr/>
          <p:nvPr/>
        </p:nvSpPr>
        <p:spPr>
          <a:xfrm>
            <a:off x="13666138" y="3825664"/>
            <a:ext cx="4072834" cy="446713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FA28D9C1-B758-2F88-23D6-AA56183D4114}"/>
              </a:ext>
            </a:extLst>
          </p:cNvPr>
          <p:cNvSpPr txBox="1"/>
          <p:nvPr/>
        </p:nvSpPr>
        <p:spPr>
          <a:xfrm>
            <a:off x="609600" y="544367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+mj-lt"/>
              </a:rPr>
              <a:t>Etat des lieux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8785B39-DC40-5777-2F2D-75B2A4426EDB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6DA92EC0-AC14-0623-25C6-3F475537BCE9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noProof="0" dirty="0">
                <a:solidFill>
                  <a:srgbClr val="FF5C19"/>
                </a:solidFill>
                <a:latin typeface="+mj-lt"/>
                <a:ea typeface="Montserrat"/>
                <a:cs typeface="Montserrat"/>
                <a:sym typeface="Montserrat"/>
              </a:rPr>
              <a:t>Titre section</a:t>
            </a:r>
            <a:endParaRPr lang="fr-FR" sz="3200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83CDF4B-C83C-7961-54AA-643397EB795D}"/>
              </a:ext>
            </a:extLst>
          </p:cNvPr>
          <p:cNvSpPr txBox="1"/>
          <p:nvPr/>
        </p:nvSpPr>
        <p:spPr>
          <a:xfrm>
            <a:off x="13709633" y="7954238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0B0F526-4823-A32C-C95C-2CEA2F7C19B7}"/>
              </a:ext>
            </a:extLst>
          </p:cNvPr>
          <p:cNvSpPr txBox="1">
            <a:spLocks noChangeAspect="1"/>
          </p:cNvSpPr>
          <p:nvPr/>
        </p:nvSpPr>
        <p:spPr>
          <a:xfrm>
            <a:off x="730523" y="2360435"/>
            <a:ext cx="8332270" cy="7246599"/>
          </a:xfrm>
          <a:prstGeom prst="rect">
            <a:avLst/>
          </a:prstGeom>
          <a:noFill/>
        </p:spPr>
        <p:txBody>
          <a:bodyPr wrap="square" numCol="2" spcCol="468000">
            <a:norm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26FBE55D-D105-50C1-E7E0-C480BFC5423E}"/>
              </a:ext>
            </a:extLst>
          </p:cNvPr>
          <p:cNvSpPr txBox="1"/>
          <p:nvPr/>
        </p:nvSpPr>
        <p:spPr>
          <a:xfrm>
            <a:off x="6786883" y="1630999"/>
            <a:ext cx="1823717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dirty="0">
                <a:solidFill>
                  <a:schemeClr val="bg1"/>
                </a:solidFill>
                <a:latin typeface="+mj-lt"/>
                <a:cs typeface="Poppins" panose="00000800000000000000" pitchFamily="2" charset="0"/>
              </a:rPr>
              <a:t>Texte Détail Info Clé</a:t>
            </a:r>
            <a:endParaRPr lang="id-ID" sz="1500" dirty="0">
              <a:solidFill>
                <a:schemeClr val="bg1"/>
              </a:solidFill>
              <a:latin typeface="+mj-lt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02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29F60-8DB1-C754-CA52-FD03F961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ZoneTexte 38">
            <a:extLst>
              <a:ext uri="{FF2B5EF4-FFF2-40B4-BE49-F238E27FC236}">
                <a16:creationId xmlns:a16="http://schemas.microsoft.com/office/drawing/2014/main" id="{E52E0A83-8B8E-90E9-2628-65FA817C4669}"/>
              </a:ext>
            </a:extLst>
          </p:cNvPr>
          <p:cNvSpPr txBox="1"/>
          <p:nvPr/>
        </p:nvSpPr>
        <p:spPr>
          <a:xfrm>
            <a:off x="609600" y="544367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+mj-lt"/>
              </a:rPr>
              <a:t>Etat des lieux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BA4C7121-8783-7DA1-7A09-0C4854976D18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C78361EF-F38F-AC52-F600-A90C023EB3FD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noProof="0" dirty="0">
                <a:solidFill>
                  <a:srgbClr val="FF5C19"/>
                </a:solidFill>
                <a:latin typeface="+mj-lt"/>
                <a:ea typeface="Montserrat"/>
                <a:cs typeface="Montserrat"/>
                <a:sym typeface="Montserrat"/>
              </a:rPr>
              <a:t>Titre section</a:t>
            </a:r>
            <a:endParaRPr lang="fr-FR" sz="3200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B4FE6A4-90E0-0BA9-201A-26B9CACF90F0}"/>
              </a:ext>
            </a:extLst>
          </p:cNvPr>
          <p:cNvSpPr txBox="1">
            <a:spLocks noChangeAspect="1"/>
          </p:cNvSpPr>
          <p:nvPr/>
        </p:nvSpPr>
        <p:spPr>
          <a:xfrm>
            <a:off x="730523" y="2360435"/>
            <a:ext cx="8332270" cy="7246599"/>
          </a:xfrm>
          <a:prstGeom prst="rect">
            <a:avLst/>
          </a:prstGeom>
          <a:noFill/>
        </p:spPr>
        <p:txBody>
          <a:bodyPr wrap="square" numCol="2" spcCol="468000">
            <a:norm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DF38BBDF-4E6D-3E52-B430-467F7B78F24F}"/>
              </a:ext>
            </a:extLst>
          </p:cNvPr>
          <p:cNvSpPr txBox="1"/>
          <p:nvPr/>
        </p:nvSpPr>
        <p:spPr>
          <a:xfrm>
            <a:off x="6786883" y="1630999"/>
            <a:ext cx="1823717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dirty="0">
                <a:solidFill>
                  <a:schemeClr val="bg1"/>
                </a:solidFill>
                <a:latin typeface="+mj-lt"/>
                <a:cs typeface="Poppins" panose="00000800000000000000" pitchFamily="2" charset="0"/>
              </a:rPr>
              <a:t>Texte Détail Info Clé</a:t>
            </a:r>
            <a:endParaRPr lang="id-ID" sz="1500" dirty="0">
              <a:solidFill>
                <a:schemeClr val="bg1"/>
              </a:solidFill>
              <a:latin typeface="+mj-lt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40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nalisé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chemeClr val="tx1">
                <a:alpha val="29000"/>
              </a:schemeClr>
            </a:gs>
            <a:gs pos="100000">
              <a:schemeClr val="tx1"/>
            </a:gs>
          </a:gsLst>
          <a:lin ang="540000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5DB79A98ABF248B903CEC03EA44FE8" ma:contentTypeVersion="13" ma:contentTypeDescription="Crée un document." ma:contentTypeScope="" ma:versionID="eabca4f27a9c3130bef6b4c261ef1751">
  <xsd:schema xmlns:xsd="http://www.w3.org/2001/XMLSchema" xmlns:xs="http://www.w3.org/2001/XMLSchema" xmlns:p="http://schemas.microsoft.com/office/2006/metadata/properties" xmlns:ns2="bf0a6765-dc68-4f24-bddf-c349c0756815" xmlns:ns3="17d7cf28-00fc-4e86-a149-804d1839a458" targetNamespace="http://schemas.microsoft.com/office/2006/metadata/properties" ma:root="true" ma:fieldsID="52352792db4dc5773d4c2bf08be5aad2" ns2:_="" ns3:_="">
    <xsd:import namespace="bf0a6765-dc68-4f24-bddf-c349c0756815"/>
    <xsd:import namespace="17d7cf28-00fc-4e86-a149-804d1839a4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a6765-dc68-4f24-bddf-c349c0756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b6c85022-2d8a-472e-bf64-bcff6f3cc3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7cf28-00fc-4e86-a149-804d1839a45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5353cb5-4ac8-40a2-a6fd-ad2d151d709b}" ma:internalName="TaxCatchAll" ma:showField="CatchAllData" ma:web="17d7cf28-00fc-4e86-a149-804d1839a4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d7cf28-00fc-4e86-a149-804d1839a458" xsi:nil="true"/>
    <lcf76f155ced4ddcb4097134ff3c332f xmlns="bf0a6765-dc68-4f24-bddf-c349c075681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1B7BCE-E28F-4E50-B27B-B5DD958438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0a6765-dc68-4f24-bddf-c349c0756815"/>
    <ds:schemaRef ds:uri="17d7cf28-00fc-4e86-a149-804d1839a4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D5E1EA-E24D-450B-8CC5-FC9D0D2E4B38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17d7cf28-00fc-4e86-a149-804d1839a458"/>
    <ds:schemaRef ds:uri="http://schemas.openxmlformats.org/package/2006/metadata/core-properties"/>
    <ds:schemaRef ds:uri="c71efbff-53c5-4d70-aa29-28c7c2c6b442"/>
    <ds:schemaRef ds:uri="http://schemas.microsoft.com/office/2006/metadata/properties"/>
    <ds:schemaRef ds:uri="http://purl.org/dc/dcmitype/"/>
    <ds:schemaRef ds:uri="bf0a6765-dc68-4f24-bddf-c349c0756815"/>
  </ds:schemaRefs>
</ds:datastoreItem>
</file>

<file path=customXml/itemProps3.xml><?xml version="1.0" encoding="utf-8"?>
<ds:datastoreItem xmlns:ds="http://schemas.openxmlformats.org/officeDocument/2006/customXml" ds:itemID="{1BEB67FF-486C-44E7-A3C3-F8A046E861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16491</TotalTime>
  <Words>2572</Words>
  <Application>Microsoft Office PowerPoint</Application>
  <PresentationFormat>Personnalisé</PresentationFormat>
  <Paragraphs>54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Verdana</vt:lpstr>
      <vt:lpstr>Aptos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 GROUPE NOVIA CORP - BUILD 4 USE AMO</dc:title>
  <dc:creator>Nicolas Tritz</dc:creator>
  <cp:lastModifiedBy>Octave CINQUANTA</cp:lastModifiedBy>
  <cp:revision>6</cp:revision>
  <dcterms:created xsi:type="dcterms:W3CDTF">2006-08-16T00:00:00Z</dcterms:created>
  <dcterms:modified xsi:type="dcterms:W3CDTF">2026-04-03T08:56:33Z</dcterms:modified>
  <dc:identifier>DAGPJcp8WuA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0x0101001A5DB79A98ABF248B903CEC03EA44FE8</vt:lpwstr>
  </property>
  <property fmtid="{D5CDD505-2E9C-101B-9397-08002B2CF9AE}" pid="3" name="MediaServiceImageTags">
    <vt:lpwstr/>
  </property>
</Properties>
</file>